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058400" y="658368"/>
            <a:ext cx="141732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749808"/>
            <a:ext cx="1417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SK0-005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170432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COMPTIA SERVER+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CompTIA Certified Server+ Training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TGS-2024048318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v4.1  ·  19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CompTIA Server+ / infrastructure certified — server hardware, storage, virtualization and data-centre operations.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server administration, cloud infrastructure, networking and cybersecurity.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experience with servers, storage, networking or Linux/Windows administration (if any).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What you want to be able to build, secure or troubleshoot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 · LMS-TMS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Your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60350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035040" cy="457200"/>
          </a:xfrm>
          <a:prstGeom prst="rect">
            <a:avLst/>
          </a:prstGeom>
          <a:solidFill>
            <a:srgbClr val="2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" y="1975104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34440" y="1975104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90472" y="1975104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20240" y="1938528"/>
            <a:ext cx="466344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1929384"/>
            <a:ext cx="4572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🔒  lms-tms.tertiaryinfotech.com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2514600"/>
            <a:ext cx="548640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2560320"/>
            <a:ext cx="5120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My Courses  ›  CompTIA Server+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3246120"/>
            <a:ext cx="5486400" cy="457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3246120"/>
            <a:ext cx="3566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Trainer Slides  (PPT)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3319272"/>
            <a:ext cx="105156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3300984"/>
            <a:ext cx="1051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⬇  Download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3813048"/>
            <a:ext cx="5486400" cy="457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3813048"/>
            <a:ext cx="3566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Learner Slides  (PDF)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49240" y="3886200"/>
            <a:ext cx="105156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3867912"/>
            <a:ext cx="1051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⬇  Download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" y="4379976"/>
            <a:ext cx="5486400" cy="457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4379976"/>
            <a:ext cx="3566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Learner Guide  (PDF)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49240" y="4453128"/>
            <a:ext cx="105156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40" y="4434840"/>
            <a:ext cx="1051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⬇  Download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51560" y="4946904"/>
            <a:ext cx="5486400" cy="457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40" y="4946904"/>
            <a:ext cx="3566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Lesson Plan  (PDF)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49240" y="5020056"/>
            <a:ext cx="105156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9240" y="5001768"/>
            <a:ext cx="1051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⬇  Download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600" y="1828800"/>
            <a:ext cx="434340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86600" y="1828800"/>
            <a:ext cx="91440" cy="8778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15200" y="201168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0" y="2011680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1828800"/>
            <a:ext cx="324612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Log 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Go to lms-tms.tertiaryinfotech.com and sign in with your enrolment email.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86600" y="2907792"/>
            <a:ext cx="434340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86600" y="2907792"/>
            <a:ext cx="91440" cy="877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315200" y="3090672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3090672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2907792"/>
            <a:ext cx="324612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Open the course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 CompTIA Certified Server+ Training from My Courses.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86600" y="3986784"/>
            <a:ext cx="434340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086600" y="3986784"/>
            <a:ext cx="91440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315200" y="41696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0" y="4169664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3986784"/>
            <a:ext cx="324612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Download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Download the Trainer Slides, Learner Slides, Learner Guide and Lesson Plan.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86600" y="5065776"/>
            <a:ext cx="434340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086600" y="5065776"/>
            <a:ext cx="91440" cy="87782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315200" y="524865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0" y="524865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0" y="5065776"/>
            <a:ext cx="324612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in the open book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Keep the slides and Learner Guide open during the assessment.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3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3 &amp; timing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Server Hardware, Storage &amp; OS Administration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Server Hardware Installation &amp; Management (Labs 1–5)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Server Administration begins (Labs 6–13)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Networking, Virtualization, Security &amp; Disaster Recovery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Server Administration (Labs 14–17)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Security &amp; Disaster Recovery (Labs 18–27)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3 — Troubleshooting &amp; Final Assessment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Troubleshooting (Labs 28–33)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Revision and exam preparation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Final Assessment (WA + PP)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Daily timing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9:00am–6:00pm · 1-hour lunch · tea breaks within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Hardware &amp; Storage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Rack, cable, power and cool servers; deploy RAID and shared storage; manage firmware and out-of-band.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Server Administration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Install operating systems and file systems; configure IP/DNS/DHCP/VLANs; run roles, HA, virtualization and scripts.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Security &amp; DR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Encrypt data, harden hosts, manage identity and access, decommission media, and plan backups and disaster recovery.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Troubleshooting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Diagnose hardware, storage, OS, software and network faults with a structured methodology.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Exam readiness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Map every hands-on skill to the CompTIA Server+ SK0-005 exam domains and pass the exam.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Place phones and other materials under the table or on the floor.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photos or recording of assessment scripts.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discussion during the assessment.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Use a black/blue pen for hard-copy assessments.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liquid paper / correction tape.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Scripts are collected when time is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(WA) — Short-Answer Questions (SAQ), 1 hour,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Practical Performance (PP) — hands-on server administration tasks on the Killercoda Ubuntu playground, 1 hour,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Format: Open Book —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An appeal process is available if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Server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 Server?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Purpose-built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Hardware and an OS built to provide services — web, file, database, directory — reliably to many clients.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Availability first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Redundant power, storage and networking so the service stays up; measured against SLAs, RPO and RTO.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Managed remotely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Out-of-band controllers (IPMI/iDRAC/iLO) run the server even when the OS is down.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SK0-005 role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Install, configure, secure and troubleshoot servers on-premises and in the cloud.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MASTER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Four Server+ Exam Domains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Install &amp; administer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Hardware, racking, power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Storage &amp; RAID, OS install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Networking, roles, HA, scripting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Secure &amp; recover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Data &amp; physical security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IAM, hardening, decommissioning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Backup &amp; disaster recovery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Troubleshoot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Structured 6-step method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Hardware, storage, OS faults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Network faults &amp; DR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Install, administer, secure, troubleshoot.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The four SK0-005 domains follow the real life of a server — from racking and OS install to hardening, backup and fault diagnosis.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DEPLOYMENT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On-premises vs. cloud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Your data centre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Public / private / hybrid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On-premises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You own the hardware and data centre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Full control of security and latency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Capital cost, capacity planning, maintenance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Cloud (IaaS/PaaS/SaaS)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Rented infrastructure, pay-as-you-go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Elastic scaling and managed services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Shared-responsibility security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WORKBENCH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Your Lab Environment — Killercoda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Every hands-on lab runs on the free Killercoda Ubuntu playground — a disposable Linux VM in the browser.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Portal: https://killercoda.com/playgrounds/scenario/ubuntu — no local install or physical hardware needed.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Install any tool with apt inside the throw-away VM; reset the playground between state-changing labs.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Hardware-only concepts use software equivalents: loopback disks for RAID, ip link for NICs, KVM for VMs, dmidecode/ipmitool for hardware inspection.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THREE 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Environments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Linux — Killercoda Ubuntu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All 33 core labs. A disposable Ubuntu VM in the browser: killercoda.com/playgrounds/scenario/ubuntu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Kubernetes — Killercoda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Bonus container-orchestration assets (Labs 14 &amp; 15): killercoda.com/playgrounds/scenario/kubernetes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Docker — Docker Desktop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Bonus Dockerfiles &amp; Compose (Labs 10 &amp; 15). Install: docker.com/products/docker-desktop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What ships in each lab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Its own folder: guide (.md) + guidelines/cheatsheet/worksheet PDFs, CSV+Excel data, and scripts / YAML / Dockerfiles where relevant.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ALL FREE · KILLERCODA + APT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Free Tools You'll 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Hardware &amp; storage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dmidecode, lshw, ipmitool, mdadm, lvm2, parted, smartctl — inspect, build and monitor server hardware and disks.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Networking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ip, bind9, isc-dhcp-server, ufw/nftables, tcpdump, dig, mtr — configure and diagnose server networking.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Roles &amp; virtualization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nginx, samba, mariadb, slapd, qemu-kvm/libvirt, haproxy/keepalived — stand up services and high availability.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Security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cryptsetup, openssl, sudo/PAM, auditd, lynis, unattended-upgrades, shred/nwipe — encrypt, harden and sanitize.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Backup &amp; DR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tar, rsync, restic, lsyncd — full/incremental backups, replication and site failover.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Online helpers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IP Calculator (alfredang.github.io/ipcalculator), the Cybersecurity Simulator, and the Pcap/Regex tools.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Server Hardware Installation and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Racking &amp; power · storage &amp; RAID · out-of-band management &amp; firmware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18%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Server Hardware Installation and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Form factors &amp; racking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Rack (1U/2U/4U) vs. tower vs. blade; rack units, rail kits, cable management, weight distribution and airflow direction (front-to-back).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Power &amp; cooling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Redundant PSUs, dual power feeds, PDUs and UPS; hot vs. cold aisle containment; environmental targets for temperature and humidity.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RAID levels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RAID 0/1/5/6/10 and JBOD — capacity and fault-tolerance formulas; hardware vs. software RAID; when RAID 6 or RAID 10 wins.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Shared storage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DAS vs. NAS vs. SAN; NFS/SMB (file) vs. iSCSI/Fibre Channel (block); LUNs, and capacity planning with growth headroom.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Out-of-band management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IPMI/BMC, iDRAC/iLO for lights-out control; firmware/BIOS/UEFI updates and the update order.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Hot-swap &amp; maintenance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Hot-swappable drives, PSUs and fans; hot-add vs. cold maintenance; component replacement without downtime.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Server Hardware Installation and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Server Form Factors, Racking, and Power Planning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Storage Deployment: RAID 0/1/5/6/10 with mdadm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LVM Provisioning and Capacity Planning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Shared Storage: NAS (NFS/CIFS) and SAN (iSCSI)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5–5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Out-of-Band Management, BIOS/UEFI, and Firmware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Form Factors, Racking, and Power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inventories a running system with dmidecode/lshw and plans a 42U rack layout with power and cooling rules the way a data-centre technician would.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rack layout plan plus a hardware inventory and power-budget sanity check.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dmidecode, lshw, lscpu, lspci, lsusb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Server Form Factors, Racking, and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Form Factors, Racking, and Power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hardware inventory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dmidecode lshw pciutils usbutils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Server Form Factors, Racking, and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Form Factors, Racking, and Power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Identify the running system as a rack-mount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dmidecode -t system | grep -E "Manufacturer|Product|Serial"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Server Form Factors, Racking, and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Form Factors, Racking, and Power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chassis type and U-height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dmidecode -t chassis | grep -E "Type|Height|Power"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Server Form Factors, Racking, and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Form Factors, Racking, and Power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Inventory CPU, RAM, bus types and expansion cards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lscpu | head -20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Server Form Factors, Racking, and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Form Factors, Racking, and Power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List PCI/PCIe buses and cards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lspci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Server Form Factors, Racking, and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Form Factors, Racking, and Power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Get the model string for a hardware compatibility list (HCL) 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dmidecode -s system-product-name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Server Form Factors, Racking, and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Form Factors, Racking, and Power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Plan a 42U rack layout: heaviest at bottom, redundant power on separate circuits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Server Form Factors, Racking, and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Form Factors, Racking, and Power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Do a power-budget sanity check against the PDU and breaker (80% rule)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Form Factors, Racking, and Power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reading chassis/CPU/memory data and producing a rack layout that respects U sizing, weight balancing, cooling and redundant power.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Deployment: RAID 0/1/5/6/10 with mdadm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builds every RAID level the exam tests on loopback files with mdadm, then fails and rebuilds an array to observe resync.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Working RAID 0/1/5/6/10 and JBOD arrays plus a completed rebuild.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mdadm, losetup, mkfs.ext4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Storage Deployment: RAID 0/1/5/6/1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Deployment: RAID 0/1/5/6/10 with mdadm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mdadm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mdadm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Storage Deployment: RAID 0/1/5/6/1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Deployment: RAID 0/1/5/6/10 with mdadm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six loopback disks that behave like drives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for i in 1 2 3 4 5 6; do truncate -s 200M disk$i.img; losetup /dev/loop$i disk$i.img;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Storage Deployment: RAID 0/1/5/6/1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Deployment: RAID 0/1/5/6/10 with mdadm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 RAID 0 stripe (N x disk, no redundancy)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mdadm --create /dev/md0 --level=0 --raid-devices=2 /dev/loop1 /dev/loop2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Storage Deployment: RAID 0/1/5/6/1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Deployment: RAID 0/1/5/6/10 with mdadm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 RAID 1 mirror (survives 1 disk failure)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mdadm --create /dev/md1 --level=1 --raid-devices=2 /dev/loop1 /dev/loop2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Storage Deployment: RAID 0/1/5/6/1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Deployment: RAID 0/1/5/6/10 with mdadm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 RAID 5 single-parity array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mdadm --create /dev/md5 --level=5 --raid-devices=3 /dev/loop1 /dev/loop2 /dev/loop3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Storage Deployment: RAID 0/1/5/6/1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Deployment: RAID 0/1/5/6/10 with mdadm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 RAID 6 double-parity array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mdadm --create /dev/md6 --level=6 --raid-devices=4 /dev/loop1 /dev/loop2 /dev/loop3 /dev/loop4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Storage Deployment: RAID 0/1/5/6/1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Deployment: RAID 0/1/5/6/10 with mdadm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 RAID 10 stripe of mirrors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mdadm --create /dev/md10 --level=10 --raid-devices=4 /dev/loop1 /dev/loop2 /dev/loop3 /dev/loop4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Storage Deployment: RAID 0/1/5/6/1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Deployment: RAID 0/1/5/6/10 with mdadm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Simulate a failure and rebuild, watching resync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mdadm /dev/md1 --fail /dev/loop2 --remove /dev/loop2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Storage Deployment: RAID 0/1/5/6/1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Deployment: RAID 0/1/5/6/10 with mdadm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Compare hardware RAID vs software RAID trade-offs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Deployment: RAID 0/1/5/6/10 with mdadm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reading the array status in /proc/mdstat and confirming the capacity and fault-tolerance formula for each level.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LVM Provisioning and Capacity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provisions storage through the PV to VG to LV model, extends a volume online, adds swap and takes a point-in-time snapshot.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LVM volume group with web, database and swap volumes plus a live snapshot.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lvm2, mkfs.ext4, mkfs.xfs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LVM Provisioning and Capacity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LVM Provisioning and Capacity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lvm2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lvm2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LVM Provisioning and Capacity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LVM Provisioning and Capacity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four loopback disks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for i in 1 2 3 4; do truncate -s 500M disk$i.img; losetup /dev/loop$i disk$i.img;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LVM Provisioning and Capacity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LVM Provisioning and Capacity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physical volumes and a volume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vgcreate vg_data /dev/loop1 /dev/loop2 /dev/loop3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LVM Provisioning and Capacity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LVM Provisioning and Capacity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logical volumes for web and database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lvcreate -L 800M -n lv_web vg_data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LVM Provisioning and Capacity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LVM Provisioning and Capacity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Extend the DB volume online (add PV, grow LV, grow FS)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lvextend -L +400M /dev/vg_data/lv_db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LVM Provisioning and Capacity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LVM Provisioning and Capacity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Grow the XFS filesystem online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xfs_growfs /srv/db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LVM Provisioning and Capacity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LVM Provisioning and Capacity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dedicated swap LV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lvcreate -L 200M -n lv_swap vg_data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LVM Provisioning and Capacity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LVM Provisioning and Capacity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Take a point-in-time snapshot of a live volume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lvcreate -L 100M -s -n lv_web_snap /dev/vg_data/lv_web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LVM Provisioning and Capacity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LVM Provisioning and Capacity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Report capacity vs utilisation as a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vgs --units g -o vg_name,vg_size,vg_free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LVM Provisioning and Capacity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confirming the extended volume grew online and the snapshot restores a deleted file.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Shared Storage: NAS (NFS/CIFS) and SAN (iSCSI)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exports file-level NFS and CIFS shares and builds a block-level iSCSI target, then connects an initiator and formats the LUN as a disk.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working NFS share, a Samba/CIFS share and a mounted iSCSI SAN LUN.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nfs-kernel-server, samba, tgt, open-iscsi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Shared Storage: NAS (NFS/CIFS)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Shared Storage: NAS (NFS/CIFS) and SAN (iSCSI)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NAS and SAN packages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nfs-kernel-server nfs-common tgt open-iscsi samba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Shared Storage: NAS (NFS/CIFS)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Shared Storage: NAS (NFS/CIFS) and SAN (iSCSI)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Export an NFS share (file-level NAS)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"/srv/nfs/share  127.0.0.1(rw,sync,no_subtree_check,no_root_squash)" &gt;&gt; /etc/exports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Shared Storage: NAS (NFS/CIFS)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Shared Storage: NAS (NFS/CIFS) and SAN (iSCSI)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Mount the NFS share as a client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mount -t nfs 127.0.0.1:/srv/nfs/share /mnt/nas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Shared Storage: NAS (NFS/CIFS)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Shared Storage: NAS (NFS/CIFS) and SAN (iSCSI)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CIFS/SMB share and browse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smbclient -L //127.0.0.1 -N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Shared Storage: NAS (NFS/CIFS)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Shared Storage: NAS (NFS/CIFS) and SAN (iSCSI)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an iSCSI target with a 500 MB LUN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restart tgt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Shared Storage: NAS (NFS/CIFS)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Shared Storage: NAS (NFS/CIFS) and SAN (iSCSI)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Discover and log in to the iSCSI 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iscsiadm -m discovery -t st -p 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Shared Storage: NAS (NFS/CIFS)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Shared Storage: NAS (NFS/CIFS) and SAN (iSCSI)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Log in to the iSCSI node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iscsiadm -m node --login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Shared Storage: NAS (NFS/CIFS)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Shared Storage: NAS (NFS/CIFS) and SAN (iSCSI)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Format and mount the new SAN LUN as a local disk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mkfs.ext4 /dev/$NEW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Shared Storage: NAS (NFS/CIFS)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Shared Storage: NAS (NFS/CIFS) and SAN (iSCSI)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Compare NAS vs SAN vs Fibre Channel/FCoE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Shared Storage: NAS (NFS/CIFS) and SAN (iSCSI)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reading files over the NFS/CIFS mounts and confirming a new /dev/sdX LUN appears from the iSCSI target and mounts.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Out-of-Band Management, BIOS/UEFI, and Firmware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inspects BIOS/UEFI from the OS, practises the efibootmgr and ipmitool workflows, and walks the fwupd firmware-upgrade and hot-swap checklists.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firmware/BIOS inventory and a documented OOB management and hot-swap workflow.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ipmitool, fwupd, efibootmgr, dmidecode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Out-of-Band Management, BIOS/UEFI,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Out-of-Band Management, BIOS/UEFI, and Firmware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OOB and firmware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ipmitool fwupd efibootmgr dmidecode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Out-of-Band Management, BIOS/UEFI,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Out-of-Band Management, BIOS/UEFI, and Firmware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Inventory BIOS/UEFI from the running 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dmidecode -t bios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Out-of-Band Management, BIOS/UEFI,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Out-of-Band Management, BIOS/UEFI, and Firmware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UEFI vs legacy BIOS boot mode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[ -d /sys/firmware/efi ] &amp;&amp; echo "Booted in UEFI mode" || echo "Booted in legacy BIOS mode"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Out-of-Band Management, BIOS/UEFI,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Out-of-Band Management, BIOS/UEFI, and Firmware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List UEFI boot entries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efibootmgr -v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Out-of-Band Management, BIOS/UEFI,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Out-of-Band Management, BIOS/UEFI, and Firmware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Practise the IPMI/BMC chassis-status pattern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ipmitool -H bmc.example.com -U admin -P 'CHANGEME' chassis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Out-of-Band Management, BIOS/UEFI,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Out-of-Band Management, BIOS/UEFI, and Firmware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List which firmware is installed with fwupd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fwupdmgr get-devices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Out-of-Band Management, BIOS/UEFI,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Out-of-Band Management, BIOS/UEFI, and Firmware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Check for available firmware updates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fwupdmgr get-updates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Out-of-Band Management, BIOS/UEFI,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Out-of-Band Management, BIOS/UEFI, and Firmware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Walk the four local-admin paths (crash cart, KVM, serial, virtual console)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Out-of-Band Management, BIOS/UEFI,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Out-of-Band Management, BIOS/UEFI, and Firmware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Walk the hot-swap pre-swap checklist for drives, PSUs and fans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Out-of-Band Management, BIOS/UEFI, and Firmware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reading the BIOS version and boot mode and mapping each ipmitool command to its Server+ OOB sub-objective.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Server Hardware Installation and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1.1 Install physical hardware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1.2 Deploy and manage storage (RAID levels, JBOD, capacity planning)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1.2/2.1/2.3 Capacity planning and logical volume management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1.2 Shared storage: NAS (NFS, CIFS), SAN (iSCSI)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1.3 Perform server hardware maintenance (OOB, BIOS/UEFI, firmware, hot-swap)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Server Administration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OS install &amp; file systems · networking · roles, HA, virtualization, scripting &amp; assets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OS installation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Attended, unattended, scripted and image-based installs; partition schemes (MBR vs. GPT); file systems (ext4, XFS, ZFS, NTFS).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Network services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IPv4/IPv6 addressing and subnetting, DNS, DHCP, FQDN, VLANs and default gateways for a server.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Server roles &amp; monitoring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Web, file, database, directory and print roles; performance baselining, metrics and thresholds; data migration.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High availability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Clustering, load balancing, NIC teaming and failover to remove single points of failure.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Virtualization &amp; cloud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Host vs. guest, hypervisor types, resource allocation and over-commit; IaaS/PaaS/SaaS and public/private/hybrid models.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Scripting &amp; asset management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Variables, loops and conditionals for common server tasks; documentation, lifecycle and secure asset storage.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6–9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Installing a Server OS (Unattended / Scripted)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Partition and Volume Types, File Systems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IP, VLAN, DNS, DHCP, FQDN, and Hosts File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Server Firewall and Port Management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10–13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Server Roles: Web, File, and Database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Directory Services with OpenLDAP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Performance Monitoring, Baselining, Event Logs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Data Migration and Transfer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14–17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High Availability: Clustering, Load Balancing, NIC Teaming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Virtualization with KVM / QEMU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Scripting Basics for Server Administration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Asset Management, Documentation, and Licensing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Installing a Server OS (Unattended / Scripted)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validates minimum specs and the HCL, builds a cloud-init autoinstall seed.iso, captures a golden image and walks the P2V conversion workflow.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cloud-init autoinstall seed.iso and a golden-image tarball for template deployment.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debootstrap, cloud-init, genisoimage, qemu-utils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Installing a Server OS (Unattended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Installing a Server OS (Unattended / Scripted)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OS-deployment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debootstrap cloud-init genisoimage qemu-utils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Installing a Server OS (Unattended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Installing a Server OS (Unattended / Scripted)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minimum OS requirements (CPU, RAM, disk)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lscpu | grep -E "Architecture|CPU\(s\)"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Installing a Server OS (Unattended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Installing a Server OS (Unattended / Scripted)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Do an HCL check on CPU, NIC and storage controller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"NIC: $(lspci | grep -i ether)"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Installing a Server OS (Unattended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Installing a Server OS (Unattended / Scripted)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 minimal cloud-init autoinstall config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Installing a Server OS (Unattended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Installing a Server OS (Unattended / Scripted)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Package the config into a NoCloud seed ISO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genisoimage -output seed.iso -volid cidata -joliet -rock user-data meta-data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Installing a Server OS (Unattended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Installing a Server OS (Unattended / Scripted)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Capture a golden image of the root filesystem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tar --one-file-system --exclude=/proc --exclude=/sys --exclude=/dev --exclude=/mnt -czf /srv/golden.tgz / 2&gt;/dev/null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Installing a Server OS (Unattended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Installing a Server OS (Unattended / Scripted)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 template root filesystem with debootstrap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debootstrap --variant=minbase jammy /srv/template http://archive.ubuntu.com/ubuntu/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Installing a Server OS (Unattended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Installing a Server OS (Unattended / Scripted)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destination image shape for P2V 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qemu-img create -f qcow2 /srv/converted.qcow2 5G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Installing a Server OS (Unattended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Installing a Server OS (Unattended / Scripted)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Compare GUI vs Core vs Bare metal vs Virtualized vs Remote installs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Installing a Server OS (Unattended / Scripted)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confirming the seed.iso is built and the golden-image tarball and debootstrap template are deployable filesystems.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Partition and Volume Types, File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partitions a disk with MBR then GPT, formats ext4/XFS/ZFS, persists mounts by UUID and converts MBR to GPT non-destructively.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GPT-partitioned disk with ext4, XFS and ZFS filesystems and a UUID-based fstab entry.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parted, gdisk, e2fsprogs, xfsprogs, zfsutils-linux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Partition and Volume Types, File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Partition and Volume Types, File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partitioning and filesystem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parted gdisk e2fsprogs xfsprogs zfsutils-linux ntfs-3g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Partition and Volume Types, File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Partition and Volume Types, File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4G loopback disk to partition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losetup -P /dev/loop10 /srv/disk.img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Partition and Volume Types, File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Partition and Volume Types, File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an MBR (msdos) partition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parted -s /dev/loop10 mklabel msdos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Partition and Volume Types, File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Partition and Volume Types, File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Switch the disk to a GPT partition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parted -s /dev/loop10 mklabel gpt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Partition and Volume Types, File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Partition and Volume Types, File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Format the ext4 partition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mkfs.ext4 /dev/loop10p1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Partition and Volume Types, File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Partition and Volume Types, File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ZFS pool on a partition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zpool create -f tank /dev/loop10p3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Partition and Volume Types, File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Partition and Volume Types, File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Compare the five Server+ filesystems (ext4, NTFS, VMFS, ReFS, ZFS)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Partition and Volume Types, File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Partition and Volume Types, File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Persist a mount by UUID in /etc/fstab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"UUID=$UUID  /mnt/p1  ext4  defaults,noatime  0 2" | tee -a /etc/fstab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Partition and Volume Types, File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Partition and Volume Types, File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Convert MBR to GPT non-destructively with gdisk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gdisk -l /dev/loop10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Partition and Volume Types, File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printing the partition table with parted/gdisk and confirming the UUID-based fstab mount survives mount -a.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IP, VLAN, DNS, DHCP, FQDN, and Hosts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configures a static IP and gateway, tags a VLAN, builds a BIND9 zone with A records and a DHCP scope, and simulates APIPA.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configured static IP with VLAN, a BIND9 zone serving an FQDN and a validated DHCP scope.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iproute2, bind9, dnsutils, isc-dhcp-server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IP, VLAN, DNS, DHCP, FQDN, and Hos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IP, VLAN, DNS, DHCP, FQDN, and Hosts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networking service packages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iproute2 vlan bind9 bind9utils dnsutils isc-dhcp-server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IP, VLAN, DNS, DHCP, FQDN, and Hos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IP, VLAN, DNS, DHCP, FQDN, and Hosts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Inspect IP configuration, routes and MAC addresses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-c addr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IP, VLAN, DNS, DHCP, FQDN, and Hos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IP, VLAN, DNS, DHCP, FQDN, and Hosts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a static IP and default 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addr add 10.99.99.10/24 dev eth0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IP, VLAN, DNS, DHCP, FQDN, and Hos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IP, VLAN, DNS, DHCP, FQDN, and Hosts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Tag VLAN 20 on a single NIC with 802.1Q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link add link eth0 name eth0.20 type vlan id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IP, VLAN, DNS, DHCP, FQDN, and Hos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IP, VLAN, DNS, DHCP, FQDN, and Hosts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RFC 1918 private ranges and APIPA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IP, VLAN, DNS, DHCP, FQDN, and Hos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IP, VLAN, DNS, DHCP, FQDN, and Hosts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 BIND9 zone with A records and restart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restart bind9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IP, VLAN, DNS, DHCP, FQDN, and Hos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IP, VLAN, DNS, DHCP, FQDN, and Hosts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Resolve the FQDN against the local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dig @127.0.0.1 web.lab.local +short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IP, VLAN, DNS, DHCP, FQDN, and Hos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IP, VLAN, DNS, DHCP, FQDN, and Hosts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hosts-file override that beats DNS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"10.99.99.50  app.lab.local app" &gt;&gt; /etc/hosts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IP, VLAN, DNS, DHCP, FQDN, and Hos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IP, VLAN, DNS, DHCP, FQDN, and Hosts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Validate an ISC DHCP scope config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dhcpd -t -cf /etc/dhcp/dhcpd.conf &amp;&amp; echo "Config OK"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IP, VLAN, DNS, DHCP, FQDN, and Hosts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resolving web.lab.local through BIND9 and confirming the DHCP config passes validation.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Firewall and Port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memorises the well-known ports, applies a default-deny UFW policy, translates it to raw nftables and audits listening vs reachable vs permitted.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default-deny firewall permitting only SSH/HTTP/HTTPS with source-restricted rules.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ufw, nftables, nginx, nmap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Server Firewall and Port Managemen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Firewall and Port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firewall and scan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ufw nftables nginx nmap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Server Firewall and Port Managemen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Firewall and Port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the well-known server port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Server Firewall and Port Managemen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Firewall and Port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Start a service and observe its open 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ss -tlnp | grep nginx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Server Firewall and Port Managemen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Firewall and Port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Apply a default-deny UFW policy with explicit allows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ufw default deny incoming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Server Firewall and Port Managemen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Firewall and Port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Allow SSH, HTTP and HTTPS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ufw allow 22/tcp comment 'SSH admin'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Server Firewall and Port Managemen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Firewall and Port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the policy with nmap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nmap -p 22,23,25,80,443,3306 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Server Firewall and Port Managemen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Firewall and Port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the equivalent rule in raw nftables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nft add rule inet filter input tcp dport 8080 accept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Server Firewall and Port Managemen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Firewall and Port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source-restricted rule for MySQL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ufw allow from 10.99.99.0/24 to any port 3306 proto tcp comment 'MySQL app tier'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Server Firewall and Port Managemen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Firewall and Port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the 3-view audit: listening, reachable, permitted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ss -tulnp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Firewall and Port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confirming nmap sees only the allowed ports open and the ss, nmap and ufw views agree.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Roles: Web, File, and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stands up nginx, Samba and MariaDB end-to-end on one host, applies resource limits and documents a role inventory.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single host serving web, file and database roles with per-role resource limits.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nginx, samba, mariadb-server, curl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Server Roles: Web, File, and Datab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Roles: Web, File, and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three role packages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nginx samba mariadb-server curl cifs-utils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Server Roles: Web, File, and Datab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Roles: Web, File, and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Start nginx and serve a page (web role)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 http://127.0.0.1/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Server Roles: Web, File, and Datab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Roles: Web, File, and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name-based virtual host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ln -sf /etc/nginx/sites-available/site1 /etc/nginx/sites-enabled/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Server Roles: Web, File, and Datab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Roles: Web, File, and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Samba user and share (file role)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(echo 'P@ssw0rd!'; echo 'P@ssw0rd!') | smbpasswd -s -a alice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Server Roles: Web, File, and Datab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Roles: Web, File, and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Connect to the Samba share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smbclient //127.0.0.1/share -U alice%P@ssw0rd! -c 'ls'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Server Roles: Web, File, and Datab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Roles: Web, File, and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MariaDB database and least-privilege user (database role)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mysql -e "CREATE DATABASE appdb;"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Server Roles: Web, File, and Datab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Roles: Web, File, and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Apply systemd resource limits so roles don't starve each other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set-property mariadb.service MemoryMax=512M CPUQuota=80%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Server Roles: Web, File, and Datab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Roles: Web, File, and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Document the role inventory to a 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Server Roles: Web, File, and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getting a page from nginx, listing the Samba share and running a SELECT against MariaDB.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Directory Services with OpenLDAP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installs OpenLDAP, builds an OU/user/group tree, binds as a user and adds a group-based delegation ACL.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OpenLDAP directory with an OU structure, users, groups and a delegation ACL.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slapd, ldap-utils, ldapscripts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Directory Services with OpenLDAP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Directory Services with OpenLDAP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and preseed slapd non-interactively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DEBIAN_FRONTEND=noninteractive apt install -y slapd ldap-utils ldapscripts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Directory Services with OpenLDAP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Directory Services with OpenLDAP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the directory is running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ldapsearch -x -H ldap://127.0.0.1 -b "dc=lab,dc=local" -s base "(objectclass=*)" namingContexts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Directory Services with OpenLDAP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Directory Services with OpenLDAP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people and groups OUs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ldapadd -x -D "cn=admin,dc=lab,dc=local" -w LabAdmin1! -f /tmp/ou.ldif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Directory Services with OpenLDAP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Directory Services with OpenLDAP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user accounts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ldapadd -x -D "cn=admin,dc=lab,dc=local" -w LabAdmin1! -f /tmp/users.ldif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Directory Services with OpenLDAP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Directory Services with OpenLDAP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a user password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ldappasswd -x -D "cn=admin,dc=lab,dc=local" -w LabAdmin1! -s 'AlicePass!' "uid=alice,ou=people,dc=lab,dc=local"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Directory Services with OpenLDAP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Directory Services with OpenLDAP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groups and assign membership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ldapadd -x -D "cn=admin,dc=lab,dc=local" -w LabAdmin1! -f /tmp/groups.ldif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Directory Services with OpenLDAP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Directory Services with OpenLDAP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Bind as a user and confirm identity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ldapwhoami -x -D "uid=alice,ou=people,dc=lab,dc=local" -w 'AlicePass!'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Directory Services with OpenLDAP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Directory Services with OpenLDAP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group-based delegation ACL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ldapmodify -Y EXTERNAL -H ldapi:/// -f /tmp/acl.ldif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Directory Services with OpenLDAP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Directory Services with OpenLDAP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Map the concepts to Active Directory (OU=scope, group=role, ACL=delegation)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Directory Services with OpenLDAP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binding as alice and searching entries under ou=people.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Performance Monitoring, Baselining, Event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captures CPU/memory/disk/network baselines, inspects and rotates event logs, and wires threshold alerting with Prometheus node_exporter.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saved performance baseline file and a node_exporter metrics endpoint for alerting.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sysstat, htop, iotop, fio, prometheus-node-exporter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Performance Monitoring, Baselining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Performance Monitoring, Baselining, Event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monitoring tools and enable sysstat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sysstat htop iotop fio prometheus-node-exporter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Performance Monitoring, Baselining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Performance Monitoring, Baselining, Event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uptime and load averages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uptime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Performance Monitoring, Baselining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Performance Monitoring, Baselining, Event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Capture a CPU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mpstat 1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Performance Monitoring, Baselining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Performance Monitoring, Baselining, Event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Capture a memory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sar -r 1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Performance Monitoring, Baselining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Performance Monitoring, Baselining, Event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I/O load and measure IOPS and latency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iostat -xz 1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Performance Monitoring, Baselining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Performance Monitoring, Baselining, Event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Save a combined baseline file for later diffing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Performance Monitoring, Baselining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Performance Monitoring, Baselining, Event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Inspect event logs and configure rotation/retention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journalctl --since "1 hour ago" -p err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Performance Monitoring, Baselining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Performance Monitoring, Baselining, Event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Expose metrics with node_exporter for thresholds/alerting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 http://127.0.0.1:9100/metrics | grep -E 'node_cpu_seconds_total|node_memory_MemAvailable|node_filesystem_free'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Performance Monitoring, Baselining, Event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producing a baseline file and confirming node_exporter serves the CPU, memory and filesystem metrics.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Migration and Transfer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transfers data with rsync, SCP and SFTP, applies fast-copy techniques and reviews exfiltration controls including bandwidth caps.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mirrored dataset transferred with rsync/SCP/SFTP plus egress controls.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rsync, openssh-client, lftp, pv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Data Migration and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Migration and Transfer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transfer tools and start ssh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rsync openssh-client openssh-server lftp pv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Data Migration and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Migration and Transfer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up source and destination trees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for i in $(seq 1 50); do dd if=/dev/urandom of=/srv/src/file$i.bin bs=1K count=$((RANDOM%200+10)) 2&gt;/dev/null;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Data Migration and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Migration and Transfer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Mirror with rsync (archive, delta, delete)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rsync -avh /srv/src/ /srv/dst/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Data Migration and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Migration and Transfer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Rsync over SSH to a remote host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rsync -avzh -e ssh /srv/src/  user@remote:/srv/dst/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Data Migration and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Migration and Transfer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Copy with SCP (simple, no resume)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scp -r /srv/src/ root@127.0.0.1:/srv/dst-scp/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Data Migration and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Migration and Transfer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Transfer interactively over SFTP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sftp root@127.0.0.1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Data Migration and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Migration and Transfer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Compare cross-OS choices including Windows Robocopy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Data Migration and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Migration and Transfer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Fast-copy a large file showing throughput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pv /srv/src/file1.bin &gt; /srv/dst/file1.bin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Data Migration and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Migration and Transfer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Apply a bandwidth cap to limit exfiltration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rsync -avh --bwlimit=1024 /srv/src/ user@remote:/srv/dst/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Migration and Transfer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confirming the destination mirrors the source and understands when to use SCP vs SFTP vs rsync.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High Availability: Clustering, Load Balancing, NIC Teaming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builds an HAProxy round-robin load balancer over two backends, observes failover and failback, and configures keepalived VRRP and NIC bonding.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HAProxy load balancer with health checks plus keepalived and NIC-bond configs.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haproxy, keepalived, nginx, ifenslave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High Availability: Clustering, Loa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High Availability: Clustering, Load Balancing, NIC Teaming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HA packages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haproxy keepalived nginx ifenslave apache2-utils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High Availability: Clustering, Loa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High Availability: Clustering, Load Balancing, NIC Teaming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Start two backend web servers on different ports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nohup python3 -m http.server 8001 --directory /srv/back1 &gt;/tmp/b1.log 2&gt;&amp;1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High Availability: Clustering, Loa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High Availability: Clustering, Load Balancing, NIC Teaming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HAProxy round-robin with health checks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restart haproxy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High Availability: Clustering, Loa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High Availability: Clustering, Load Balancing, NIC Teaming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Test round-robin distribution across backends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for i in 1 2 3 4; do curl -s 127.0.0.1:8080;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High Availability: Clustering, Loa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High Availability: Clustering, Load Balancing, NIC Teaming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Switch the algorithm to least-conn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sed -i 's/balance roundrobin/balance leastconn/' /etc/haproxy/haproxy.cfg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High Availability: Clustering, Loa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High Availability: Clustering, Load Balancing, NIC Teaming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Kill a backend to observe failover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kill $(lsof -ti :8001) || pkill -f '8001'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High Availability: Clustering, Loa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High Availability: Clustering, Load Balancing, NIC Teaming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keepalived VRRP heartbeat for a floating VIP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High Availability: Clustering, Loa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High Availability: Clustering, Load Balancing, NIC Teaming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NIC bonding (active-backup vs 802.3ad LACP)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modprobe bonding mode=active-backup miimon=100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High Availability: Clustering, Loa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High Availability: Clustering, Load Balancing, NIC Teaming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the cluster-aware patching procedure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High Availability: Clustering, Load Balancing, NIC Teaming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seeing traffic alternate across backends and only the surviving backend answer after a failover.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KVM / QEMU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creates a thin-provisioned qcow2 disk, defines a VM with virt-install, inspects virtual networking and adds a second virtual switch.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defined KVM VM with a qcow2 disk and a second isolated virtual switch.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qemu-kvm, libvirt-daemon-system, virtinst, bridge-utils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Virtualization with KVM / QEMU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KVM / QEMU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virtualization stack and start libvirtd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qemu-system-x86 qemu-utils libvirt-daemon-system virtinst bridge-utils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Virtualization with KVM / QEMU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KVM / QEMU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Check whether the host CPU supports hardware virt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egrep -c '(vmx|svm)' /proc/cpuinfo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Virtualization with KVM / QEMU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KVM / QEMU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thin-provisioned qcow2 virtual disk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qemu-img create -f qcow2 /var/lib/libvirt/images/vm1.qcow2 5G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Virtualization with KVM / QEMU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KVM / QEMU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Define a VM mapping each flag to objective 2.5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virsh list --all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Virtualization with KVM / QEMU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KVM / QEMU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Inspect the default virtual network and virbr0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virsh net-dumpxml 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Virtualization with KVM / QEMU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KVM / QEMU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Compare bridged vs NAT vs isolated networking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Virtualization with KVM / QEMU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KVM / QEMU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and start a second virtual switch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virsh net-start internal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Virtualization with KVM / QEMU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KVM / QEMU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CPU/memory/disk/NIC overprovisioning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nproc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Virtualization with KVM / QEMU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KVM / QEMU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Compare public, private and hybrid cloud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KVM / QEMU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confirming the qcow2 disk is thin-provisioned and the second virtual network starts and appears in virsh net-list.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Scripting Basics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writes Bash scripts covering variables, data types, conditionals, loops and real admin tasks like service management and bulk account creation.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set of Bash scripts for service checks, bulk account creation and host bootstrap.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bash, coreutils, systemctl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Scripting Basics for Server Admini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Scripting Basics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the four script types and their platforms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Scripting Basics for Server Admini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Scripting Basics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a script using variables, comments and environment exports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chmod +x 01-basics.sh &amp;&amp; ./01-basics.sh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Scripting Basics for Server Admini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Scripting Basics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Use integers, strings and arrays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chmod +x 02-types.sh &amp;&amp; ./02-types.sh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Scripting Basics for Server Admini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Scripting Basics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a disk-usage conditional with comparators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chmod +x 03-conditionals.sh &amp;&amp; ./03-conditionals.sh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Scripting Basics for Server Admini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Scripting Basics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for and while loops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chmod +x 04-loops.sh &amp;&amp; ./04-loops.sh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Scripting Basics for Server Admini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Scripting Basics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a service-management task script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chmod +x 05-services.sh &amp;&amp; ./05-services.sh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Scripting Basics for Server Admini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Scripting Basics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a bulk account-creation task script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chmod +x 06-accounts.sh &amp;&amp; ./06-accounts.sh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Scripting Basics for Server Admini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Scripting Basics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a bootstrap script with set -euo pipefail discipline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Scripting Basics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running each script and confirming the service, account and bootstrap tasks produce the expected output.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Asset Management, Documentation, and Licensing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scripts asset discovery, captures an as-built config set, reviews BIA-driven metrics and the licensing model table, and validates a license count.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discovered asset CSV, an as-built config snapshot and a license-count report.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dmidecode, coreutils, spreadsheet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Asset Management, Documentation,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Asset Management, Documentation, and Licensing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Auto-discover the asset details into a 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Asset Management, Documentation,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Asset Management, Documentation, and Licensing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the asset life-cycle stages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Asset Management, Documentation,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Asset Management, Documentation, and Licensing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Capture the running config as an as-built doc 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list-units --type=service --state=running &gt; services.txt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Asset Management, Documentation,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Asset Management, Documentation, and Licensing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BIA-driven metrics (MTBF, MTTR, RPO, RTO, SLA, uptime)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Asset Management, Documentation,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Asset Management, Documentation, and Licensing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Draft a change-management entry 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Asset Management, Documentation,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Asset Management, Documentation, and Licensing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Restrict permissions on sensitive documentation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chmod 750 /root/asbuilt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Asset Management, Documentation,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Asset Management, Documentation, and Licensing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the Server+ licensing model cheat sheet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Asset Management, Documentation,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Asset Management, Documentation, and Licensing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a license-count validation script for true-up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chmod +x /root/license-count.sh &amp;&amp; /root/license-count.sh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Asset Management, Documentation, and Licensing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producing the asset CSV, the as-built config files and a socket/core/vCPU count for a true-up.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2.1 Install server operating systems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2.1 Partition/volume types (GPT vs MBR, LVM) and file systems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2.2 Configure servers to use network infrastructure services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2.2 Firewall, Ports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2.3 Server roles requirements (Web, File, Database)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2.3/3.3 Directory connectivity, scope-based delegation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210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Security and Disaster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Data &amp; physical security · IAM · mitigation &amp; hardening · decommissioning · backup &amp; DR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24%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Security and Disaster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security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Encryption at rest (LUKS/BitLocker) and in transit (TLS/SSH); retention policies and the data lifecycle.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Physical security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Access controls, mantraps, badge/biometric systems, cameras and environmental controls for the server room.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Identity &amp; access management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User accounts, groups, RBAC, least privilege, MFA and permission management.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Mitigation &amp; hardening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Malware prevention, DLP, SIEM; OS updates, disabling unused services and host-based hardening.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Decommissioning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NIST 800-88 media sanitization — clear, purge, destroy; recycling and asset disposal records.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Backup &amp; disaster recovery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Full/incremental/differential backups, the 3-2-1 rule, snapshots, replication and site failover; RPO and RTO.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Security and Disaster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18–21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Data at Rest (LUKS) and Data in Transit (TLS/SSH)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Physical and Environmental Security Walk-Through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Identity &amp; Access Management for Server Administration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Multi-Factor Authentication with TOTP (PAM)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22–25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Auditing, Logging, and SIEM Basics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OS and Application Hardening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Patch and Update Management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Secure Decommissioning and Media Destruction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26–27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Backup Strategy: Full, Incremental, Differential, Snapshot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Disaster Recovery: Replication and Site Failover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213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 (LUKS) and Data in Transit (TLS/SSH)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encrypts a volume with LUKS, proves the ciphertext is unreadable, serves TLS with a self-signed cert and hardens SSH.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LUKS-encrypted volume and a TLS-enabled nginx site with hardened SSH.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cryptsetup, openssl, openssh-server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214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 (LUKS) and Data in Tr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 (LUKS) and Data in Transit (TLS/SSH)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encryption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cryptsetup openssl openssh-server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215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 (LUKS) and Data in Tr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 (LUKS) and Data in Transit (TLS/SSH)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Format a volume at rest with LUKS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cryptsetup luksFormat /dev/loop20 --batch-mode --key-file=&lt;(echo -n 'LabPass!1')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216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 (LUKS) and Data in Tr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 (LUKS) and Data in Transit (TLS/SSH)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Open, format and mount the encrypted volume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cryptsetup luksOpen /dev/loop20 secret --key-file=&lt;(echo -n 'LabPass!1')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217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 (LUKS) and Data in Tr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 (LUKS) and Data in Transit (TLS/SSH)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Close it and prove the raw bytes are unreadable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strings /srv/secret.img | grep financials || echo "no plaintext visible — at-rest encryption works"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218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 (LUKS) and Data in Tr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 (LUKS) and Data in Transit (TLS/SSH)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Inspect the cipher and LUKS header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cryptsetup luksDump /dev/loop20 | head 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219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 (LUKS) and Data in Tr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 (LUKS) and Data in Transit (TLS/SSH)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 self-signed TLS cert and serve HTTPS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req -x509 -newkey rsa:2048 -nodes -keyout /etc/ssl/private/lab.key -out /etc/ssl/certs/lab.crt -subj "/CN=lab.local" -days 365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220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 (LUKS) and Data in Tr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 (LUKS) and Data in Transit (TLS/SSH)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the negotiated TLS protocol and cipher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| openssl s_client -connect 127.0.0.1:443 -servername lab.local 2&gt;/dev/null | grep -E "Protocol|Cipher\s+:"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221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 (LUKS) and Data in Tr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 (LUKS) and Data in Transit (TLS/SSH)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SSH hardening lines and BIOS/GRUB passwords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222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 (LUKS) and Data in Tr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 (LUKS) and Data in Transit (TLS/SSH)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Map a retention policy to data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223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 (LUKS) and Data in Transit (TLS/SSH)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confirming no plaintext is recoverable from the closed LUKS image and TLS 1.2/1.3 is negotiated.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224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Physical and Environmental Security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inspects environmental sensors the OS can see and walks the physical access-control layers, lock types, environmental controls and a security checklist.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completed physical-security audit checklist for a server room.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lm-sensors, smartmontools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225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Physical and Environmental Securit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Physical and Environmental Security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sensor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lm-sensors smartmontools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226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Physical and Environmental Securit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Physical and Environmental Security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the physical access-control layers (defence in depth)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227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Physical and Environmental Securit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Physical and Environmental Security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lock and authenticator types (RFID, biometric)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228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Physical and Environmental Securit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Physical and Environmental Security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Inspect environmental sensors the OS exposes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sensors 2&gt;/dev/null | head 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229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Physical and Environmental Securit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Physical and Environmental Security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drive temperature via SMART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smartctl -a /dev/sda 2&gt;/dev/null | grep -i temperature | head 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230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Physical and Environmental Securit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Physical and Environmental Security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cameras and guards as detective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231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Physical and Environmental Securit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Physical and Environmental Security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Map the concentric data-centre security zones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232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Physical and Environmental Securit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Physical and Environmental Security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the mantrap defence against tailgating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233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Physical and Environmental Securit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Physical and Environmental Security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Complete the physical-security audit checklist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234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Physical and Environmental Security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reading available environmental sensor data and completing the physical-security checklist.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235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Identity &amp; Access Management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builds RBAC groups with segregation of duties, delegates via sudoers, enforces password policy and lockout, and audits access.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Three RBAC roles with scoped sudoers rules, password policy and audit checks.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sudo, libpam-pwquality, chage, setfacl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236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Identity &amp; Access Management for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Identity &amp; Access Management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IAM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sudo libpam-pwquality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237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Identity &amp; Access Management for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Identity &amp; Access Management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three role groups and users (segregation of duties)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useradd -m -G sysops alice &amp;&amp; echo 'alice:AlicePass!1' | chpasswd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238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Identity &amp; Access Management for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Identity &amp; Access Management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Delegate scoped commands per role via sudoers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visudo -c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239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Identity &amp; Access Management for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Identity &amp; Access Management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Test that each role can only run its own commands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-u bob   -i bash -c 'sudo systemctl restart mariadb &amp;&amp; echo bob-ok'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240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Identity &amp; Access Management for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Identity &amp; Access Management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Enforce password length and complexity 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241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Identity &amp; Access Management for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Identity &amp; Access Management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Enforce account lockout with pam_faillock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242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Identity &amp; Access Management for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Identity &amp; Access Management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Enforce password aging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chage -M 90 -m 1 -W 7 alice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243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Identity &amp; Access Management for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Identity &amp; Access Management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Layer file ACLs on top of group bits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setfacl -m g:netops:r-x /srv/dbdata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244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Identity &amp; Access Management for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Identity &amp; Access Management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Audit logins, group membership and account changes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getent group sysops dbops netops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245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Identity &amp; Access Management for Server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confirming a user is denied a command outside its role and password/lockout policy is enforced.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246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 (PAM)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adds a TOTP second factor to SSH with PAM, provisions a user's secret, generates codes from the CLI and tests the two-factor login.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SSH login enforcing a password plus a TOTP second factor.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libpam-google-authenticator, qrencode, oathtool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247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 (PAM)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MFA tools and start ssh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libpam-google-authenticator qrencode oathtool openssh-server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248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 (PAM)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non-privileged 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useradd -m -s /bin/bash mfauser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249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 (PAM)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Provision the TOTP secret for that 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-u mfauser google-authenticator -t -d -f -r 3 -R 30 -w 17 -Q UTF8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250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 (PAM)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Wire PAM and sshd to require TOTP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'auth required pam_google_authenticator.so nullok' &gt; /etc/pam.d/sshd.mfa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251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 (PAM)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challenge-response and restart ssh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restart ssh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252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 (PAM)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the current TOTP from the CLI for testing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oathtool --totp -b "$SECRET"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253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 (PAM)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Test the two-factor login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ssh -o PreferredAuthentications=keyboard-interactive,password -o PubkeyAuthentication=no mfauser@127.0.0.1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254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 (PAM)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scratch codes for account recovery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tail -5 /home/mfauser/.google_authenticator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255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 (PAM)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the factor-category test for true MFA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256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 (PAM)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confirming login is denied with a wrong TOTP code even when the password is correct.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257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Auditing, Logging, and SIEM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writes auditd rules for the four audit targets, configures rsyslog forwarding and rotation, runs logwatch and simulates a SIEM correlation rule.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Auditd file-watch rules, log rotation policy and a simulated correlation alert.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auditd, rsyslog, logwatch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258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Auditing, Logging, and SIEM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Auditing, Logging, and SIEM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and enable auditd and rsyslog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auditd audispd-plugins rsyslog logwatch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259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Auditing, Logging, and SIEM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Auditing, Logging, and SIEM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auditd rules for user/group/login/deletion events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augenrules --load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260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Auditing, Logging, and SIEM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Auditing, Logging, and SIEM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Trigger and search an audit event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ausearch -k id_changes -ts recent | tail -20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261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Auditing, Logging, and SIEM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Auditing, Logging, and SIEM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rsyslog severity levels and forwarding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logger -p auth.notice "Server+ lab test: notice-level entry"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262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Auditing, Logging, and SIEM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Auditing, Logging, and SIEM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log rotation and retention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logrotate -d /etc/logrotate.d/srvplus 2&gt;&amp;1 | 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263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Auditing, Logging, and SIEM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Auditing, Logging, and SIEM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 daily report with logwatch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logwatch --output stdout --range today --detail Med | head -60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264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Auditing, Logging, and SIEM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Auditing, Logging, and SIEM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Simulate a SIEM correlation rule with awk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awk '/sshd.*Failed/ {fails[$NF]++} /sshd.*Accepted/ {if (fails[$NF]&gt;=5) print "ALERT: brute then success from", $NF}' /var/log/auth.log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265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Auditing, Logging, and SIEM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Auditing, Logging, and SIEM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two-person integrity and separation of 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266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Auditing, Logging, and SIEM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finding the triggered auditd event and confirming the correlation rule and rotation config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267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Application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baselines with Lynis, minimises services/ports/packages, hardens nginx, deploys AIDE and AppArmor, and re-scans to watch the hardening index climb.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hardened host with a rising Lynis index, AIDE baseline and AppArmor enforcement.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lynis, apparmor-utils, aide, chkrootkit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268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OS and Application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Application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hardening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lynis apparmor-utils debsums aide chkrootkit unattended-upgrades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269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OS and Application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Application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Baseline the host with Lynis and note the hardening index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lynis audit system --quick 2&gt;&amp;1 | tail -60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270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OS and Application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Application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Disable unused services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disable --now "$s"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271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OS and Application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Application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Close unneeded ports with the firewall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ufw default deny incoming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272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OS and Application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Application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Remove unneeded packages (minimisation)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purge -y telnet ftp rsh-client 2&gt;/dev/null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273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OS and Application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Application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Harden the nginx web role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nginx -t 2&gt;/dev/null &amp;&amp; systemctl reload nginx 2&gt;/dev/null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274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OS and Application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Application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an AIDE file-integrity baseline and 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aideinit -y -f 2&gt;&amp;1 | 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275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OS and Application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Application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Enforce an AppArmor profile (MAC)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aa-enforce /etc/apparmor.d/usr.sbin.nginx 2&gt;/dev/null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276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OS and Application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Application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Re-scan with Lynis and compare the 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lynis audit system --quick 2&gt;&amp;1 | grep -E "Hardening index|warning|suggestion" | tail -20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277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Application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confirming the Lynis hardening index improves after the minimisation and hardening steps.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278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Patch and Update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distinguishes security from feature updates, snapshots and smoke-tests, applies patches with change discipline, and configures security-only auto-apply with a rollback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security-only unattended-upgrades config plus a patch report and rollback pin.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unattended-upgrades, needrestart, debsecan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279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Patch and Update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Patch and Update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patching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unattended-upgrades needrestart apt-listchanges debsecan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280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Patch and Update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Patch and Update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Inventory current package versions as a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list --upgradable 2&gt;/dev/null | head -20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281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Patch and Update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Patch and Update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Identify security-only updates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apt-get -s dist-upgrade | grep -i security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282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Patch and Update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Patch and Update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Apply patches with change-management discipline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DEBIAN_FRONTEND=noninteractive apt -y -o Dpkg::Options::="--force-confdef" -o Dpkg::Options::="--force-confold" upgrade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283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Patch and Update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Patch and Update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Check which services need restarting after upgrade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needrestart -b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284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Patch and Update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Patch and Update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Check whether a reboot is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[ -f /var/run/reboot-required ] &amp;&amp; cat /var/run/reboot-required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285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Patch and Update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Patch and Update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unattended-upgrades for security-only auto-apply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unattended-upgrade --dry-run -d 2&gt;&amp;1 | 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286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Patch and Update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Patch and Update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Plan a rollback via package pinning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apt-mark hold nginx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287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Patch and Update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Patch and Update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a patch report for the change ticket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288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Patch and Update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confirming the security-only auto-apply config validates and a rollback pin holds the package version.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289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Decommissioning and Media Destruction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works the decommission checklist, wipes a loopback image with shred and nwipe, and reviews SSD erase, physical destruction and recycling.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securely wiped media image with a documented decommission and destruction trail.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shred, wipe, nwipe, dd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290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Secure Decommissioning and Media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Decommissioning and Media Destruction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wipe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wipe nwipe secure-delete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291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Secure Decommissioning and Media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Decommissioning and Media Destruction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the decommission workflow checklist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292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Secure Decommissioning and Media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Decommissioning and Media Destruction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drive image with sensitive content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strings /srv/oldserver.img | grep -E "pii|cred"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293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Secure Decommissioning and Media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Decommissioning and Media Destruction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Logically wipe with shred (single pass)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shred -v -n 1 -z /srv/oldserver.img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294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Secure Decommissioning and Media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Decommissioning and Media Destruction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no plaintext is recoverable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strings /srv/oldserver.img | grep -E "pii|cred" | head || echo "no plaintext recoverable"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295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Secure Decommissioning and Media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Decommissioning and Media Destruction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Multi-pass wipe with nwipe (DoD method)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nwipe --autonuke --nowait --method=dod /srv/oldserver.img 2&gt;&amp;1 | tail -10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296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Secure Decommissioning and Media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Decommissioning and Media Destruction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SSD-specific ATA Secure Erase and crypto-erase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297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Secure Decommissioning and Media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Decommissioning and Media Destruction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physical destruction methods (degauss, shred, crush, incinerate)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298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Secure Decommissioning and Media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Decommissioning and Media Destruction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cable remediation and internal vs external recycling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299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Decommissioning and Media Destruction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confirming the sensitive strings are unrecoverable after the wipe.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300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Strategy: Full, Incremental, Differential, Snapshot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runs full, incremental and differential backups with tar, a deduplicated synthetic full with restic, and validates a restore against the source.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validated backup set spanning full, incremental, differential and restic snapshots.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tar, rsync, restic, lvm2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301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Backup Strategy: Full, Incremental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Strategy: Full, Incremental, Differential, Snapshot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backup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rsync restic lvm2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302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Backup Strategy: Full, Incremental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Strategy: Full, Incremental, Differential, Snapshot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Prepare a live dataset and backup 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for i in $(seq 1 10); do dd if=/dev/urandom of=/srv/data/file$i.bin bs=1K count=$((RANDOM%50+5)) 2&gt;/dev/null;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303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Backup Strategy: Full, Incremental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Strategy: Full, Incremental, Differential, Snapshot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Take a full backup with tar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tar -czf /srv/backup/full-$(date +%F).tgz -C /srv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304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Backup Strategy: Full, Incremental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Strategy: Full, Incremental, Differential, Snapshot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Take an incremental backup with a snapshot 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tar --listed-incremental=/srv/backup/snap.snar -czf /srv/backup/inc-$(date +%F).tgz -C /srv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305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Backup Strategy: Full, Incremental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Strategy: Full, Incremental, Differential, Snapshot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Take a differential backup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tar --listed-incremental=/srv/backup/snap-full.snar -czf /srv/backup/diff-$(date +%F).tgz -C /srv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306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Backup Strategy: Full, Incremental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Strategy: Full, Incremental, Differential, Snapshot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Take deduplicated synthetic-full snapshots with restic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restic -r /srv/backup/restic backup /srv/data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307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Backup Strategy: Full, Incremental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Strategy: Full, Incremental, Differential, Snapshot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media types and GFS rotation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308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Backup Strategy: Full, Incremental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Strategy: Full, Incremental, Differential, Snapshot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Restore side-by-side and to an alternate location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restic -r /srv/backup/restic restore latest --target /srv/restore-alt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309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Backup Strategy: Full, Incremental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Strategy: Full, Incremental, Differential, Snapshot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Validate integrity and diff the restore against source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restic -r /srv/backup/restic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310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Strategy: Full, Incremental, Differential, Snapshot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confirming the restic integrity check passes and the restored data matches the source.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311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Disaster Recovery: Replication and Site Failover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replicates data async with rsync and near-sync with lsyncd, reviews sync/DRBD concepts, plans keepalived VIP failover and runs a tabletop DR exercise.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async and near-real-time replication pair plus a DR tabletop exercise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rsync, lsyncd, keepalived, inotify-tools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312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Disaster Recovery: Replication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Disaster Recovery: Replication and Site Failover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DR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rsync lsyncd keepalived inotify-tools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313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Disaster Recovery: Replication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Disaster Recovery: Replication and Site Failover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hot/warm/cold/cloud site 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314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Disaster Recovery: Replication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Disaster Recovery: Replication and Site Failover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Replicate asynchronously with rsync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rsync -avh --delete /srv/primary/ /srv/dr/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315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Disaster Recovery: Replication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Disaster Recovery: Replication and Site Failover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near-real-time replication with lsyncd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restart lsyncd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316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Disaster Recovery: Replication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Disaster Recovery: Replication and Site Failover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the change propagated to the DR copy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/srv/dr/app.txt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317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Disaster Recovery: Replication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Disaster Recovery: Replication and Site Failover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synchronous replication (DRBD, semi-sync DB) trade-offs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318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Disaster Recovery: Replication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Disaster Recovery: Replication and Site Failover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Plan a keepalived VIP failover for DR cut-over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319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Disaster Recovery: Replication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Disaster Recovery: Replication and Site Failover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the four DR test 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320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Disaster Recovery: Replication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Disaster Recovery: Replication and Site Failover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the tabletop DR exercise and capture action items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321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Disaster Recovery: Replication and Site Failover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confirming a change on the primary appears in the DR copy within seconds via lsyncd.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322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Security and Disaster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3.1 Data security concepts (encryption at rest and in transit)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3.2 Physical security concepts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3.3 Identity and access management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3.3 Multifactor authentication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3.4 Data security risks and mitigation (log analysis, SIEM)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3.5 Apply server hardening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323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Troubleshooting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Structured methodology · hardware · storage · OS/software · network · DR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324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28%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Methodology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CompTIA 6-step model: identify the problem, theorise, test, plan, implement &amp; verify, document — change one thing at a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Hardware faults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Power issues, POST/beep codes, failed drives (smartctl), overheating and memory errors (memtester, sensors).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Storage faults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Degraded/failed arrays, full or corrupt file systems (fsck), I/O bottlenecks and open-file locks.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OS &amp; software faults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Boot and service failures (systemd, journalctl), failed patches, dependency and permission errors.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Network faults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Latency, DNS and gateway misconfiguration, packet loss and cabling — diagnosed with ping, mtr, dig and tcpdump.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DR validation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Testing backups and restores, verifying failover, and confirming RPO/RTO are actually met.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325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28–29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Troubleshooting Methodology Walk-Through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Troubleshooting Common Hardware Failures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30–31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Storage Troubleshooting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OS and Software Troubleshooting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32–33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Network Connectivity Troubleshooting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Security Troubleshooting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326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Methodology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breaks nginx, then applies the Server+ 7-step methodology end-to-end from identifying the problem through root-cause analysis and documentation.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resolved incident with an RCA and a documented post-incident record.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nginx, journalctl, ss, systemctl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327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Troubleshooting Methodology Walk-T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Methodology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Manufacture a fault by breaking the nginx listen 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sed -i 's/listen 80;/listen 22;/' /etc/nginx/sites-enabled/default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328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Troubleshooting Methodology Walk-T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Methodology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Identify the problem and scope by collecting logs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journalctl -u nginx -n 40 --no-pager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329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Troubleshooting Methodology Walk-T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Methodology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Replicate the fault from the server itself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-sI http://127.0.0.1/ 2&gt;&amp;1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330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Troubleshooting Methodology Walk-T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Methodology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Back up the config before making changes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cp /etc/nginx/sites-enabled/default /root/default.pre-fix.$(date +%s)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331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Troubleshooting Methodology Walk-T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Methodology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Establish and test a theory (port 22 already in use)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ss -tlnp 'sport = :22'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332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Troubleshooting Methodology Walk-T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Methodology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Implement the solution, one change at a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sed -i 's/listen 22;/listen 80;/' /etc/nginx/sites-enabled/default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333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Troubleshooting Methodology Walk-T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Methodology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full system functionality including dependencies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-sI http://127.0.0.1/ | head 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334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Troubleshooting Methodology Walk-T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Methodology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preventive config-validation measure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335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Troubleshooting Methodology Walk-T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Methodology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Perform a 5-whys root-cause analysis and document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336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Methodology Walk-Through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confirming nginx returns HTTP 200 and produces a documented RCA record.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337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Common Hardware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reads event logs first, stress-tests CPU thermals, checks memory/ECC and SMART predictive failures, and maps POST/LED/olfactory cues to causes.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hardware fault decision tree exercised against event logs, sensors and SMART.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dmesg, smartmontools, lm-sensors, memtester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338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Troubleshooting Common Hardware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Common Hardware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hardware diagnostic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dmidecode lshw smartmontools lm-sensors memtester stress-ng edac-utils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339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Troubleshooting Common Hardware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Common Hardware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Check event logs first for hardware faults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journalctl -k | grep -iE 'mce|edac|temperature|throttl|over.?heat|ecc' | 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340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Troubleshooting Common Hardware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Common Hardware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Stress-test CPU and read thermals/utilisation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stress-ng --cpu $(nproc) --timeout 10s --metrics-brief 2&gt;&amp;1 | 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341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Troubleshooting Common Hardware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Common Hardware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Check memory errors, ECC and crash-dump terms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dmesg | grep -i mce | 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342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Troubleshooting Common Hardware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Common Hardware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SMART predictive-failure attributes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smartctl -a /dev/sda 2&gt;/dev/null | head -40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343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Troubleshooting Common Hardware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Common Hardware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PSU/fan faults via the BMC SEL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344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Troubleshooting Common Hardware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Common Hardware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CMOS battery failure symptoms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chronyc tracking 2&gt;/dev/null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345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Troubleshooting Common Hardware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Common Hardware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Map POST codes and visual/auditory/olfactory cues to causes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346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Troubleshooting Common Hardware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Common Hardware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Distinguish host-hardware faults from misallocated-VM symptoms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iostat -x 1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347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Common Hardware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mapping each Server+ 4.2 symptom to a concrete tool and reading SMART health for predictive failure.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348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diagnoses disk/inode-full and slow I/O, recovers a corrupt superblock, rebuilds a failed RAID drive, and reviews cache-battery and cable faults.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Recovered filesystems and a rebuilt RAID array with a storage-fault tool map.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mdadm, e2fsprogs, lsof, iotop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349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Storage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storage diagnostic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mdadm lvm2 e2fsprogs xfsprogs parted gdisk smartmontools lsof iotop sysstat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350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Storage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Check capacity and inode utilisation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df -i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351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Storage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Diagnose slow I/O with iostat and iotop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iostat -xz 1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352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Storage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Corrupt and then recover a filesystem via a backup superblock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fsck.ext4 -b 32768 $LOOP ||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353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Storage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RAID 5 array and fail a drive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mdadm /dev/md30 --fail /dev/loop32 --remove /dev/loop32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354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Storage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spare and watch the array rebuild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mdadm /dev/md30 --add /dev/loop35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355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Storage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cache-battery failure and write slowdown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356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Storage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OS clues for cable/connector/backplane faults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dmesg | grep -iE "ata|scsi|sas|link rate|hard reset" | 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357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Storage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Diagnose page/swap errors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swapon --show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358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mounting the recovered filesystem and confirming the RAID array rebuilds in /proc/mdstat.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359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Software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triages systemd services, fixes clock skew and broken dpkg state, reviews recovery boot modes, and uses Ansible to prevent config drift.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recovered service and package state plus an idempotent Ansible playbook.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systemd, strace, chrony, ansible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360</a:t>
            </a: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OS and Software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Software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OS troubleshooting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strace chrony ansible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361</a:t>
            </a: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OS and Software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Software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Triage a service: status, dependencies, failed units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list-units --type=service --state=failed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362</a:t>
            </a: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OS and Software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Software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Diagnose a hanging service with strace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strace -p $PID -e trace=accept4,read,write -c -f -t -o /tmp/strace.log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363</a:t>
            </a: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OS and Software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Software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Diagnose and fix clock skew that breaks auth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chronyc -a 'burst 4/4'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364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OS and Software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Software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Recover from a broken dpkg/patch state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dpkg --configure -a 2&gt;&amp;1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365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OS and Software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Software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Check missing dependencies and downstream failures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apt-cache rdepends openssl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366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OS and Software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Software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recovery boot modes (rescue, emergency, snapshot)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367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OS and Software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Software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Diagnose memory leak and set CPU affinity/priority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ps -eo pid,comm,rss,nice,psr --sort=-rss | head -10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368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OS and Software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Software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Prevent config drift with an idempotent Ansible playbook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ansible-playbook playbook.yml 2&gt;&amp;1 | tail -10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369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and Software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confirming the service and package state recover and the Ansible playbook reports no changes on a second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370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triages 'I can't reach the server' bottom-up through the OSI layers using ip, ping, traceroute, dig, nc and tcpdump.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repeatable bottom-up network triage exercised layer by layer.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iproute2, dnsutils, tcpdump, mtr-tiny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371</a:t>
            </a: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Network Connectivity Troubleshooti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network diagnostic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iproute2 iputils-ping dnsutils tcpdump mtr-tiny traceroute nmap netcat-openbsd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372</a:t>
            </a: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Network Connectivity Troubleshooti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Layer 1: check link, cable and NIC state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ethtool eth0 2&gt;/dev/null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373</a:t>
            </a: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Network Connectivity Troubleshooti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Layer 2: check NIC config and the ARP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neigh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374</a:t>
            </a: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Network Connectivity Troubleshooti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Layer 3: check addressing, gateway and routes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route get 8.8.8.8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375</a:t>
            </a: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Network Connectivity Troubleshooti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Test reachability with ping, traceroute and mtr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mtr -rwc 5 8.8.8.8 2&gt;/dev/null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376</a:t>
            </a: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Network Connectivity Troubleshooti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Resolve names down the DNS chain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dig +short example.com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377</a:t>
            </a: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Network Connectivity Troubleshooti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Test port reachability with nc and nmap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nc -vz example.com 80 2&gt;&amp;1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378</a:t>
            </a: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Network Connectivity Troubleshooti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Capture packets to find the silent direction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tcpdump -ni eth0 -c 10 'icmp or port 53' 2&gt;&amp;1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379</a:t>
            </a: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Network Connectivity Troubleshooti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Work the bottom-up decision tree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380</a:t>
            </a: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walking a connectivity failure layer by layer and pinpointing the drop with tcpdump.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381</a:t>
            </a: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audits open ports and process states, checks file integrity with AIDE, hunts privilege-escalation misconfigs and runs an anti-malware scan.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security triage covering ports, processes, file integrity and malware.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nmap, lsof, aide, chkrootkit, clamav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382</a:t>
            </a: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Security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security troubleshooting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nmap lsof aide chkrootkit clamav clamav-daemon auditd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383</a:t>
            </a: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Security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Audit open ports against the firewall policy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nmap -sT -p- -T4 127.0.0.1 2&gt;/dev/null | head 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384</a:t>
            </a: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Security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Classify process states: active, orphan, zombie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ps -eo pid,ppid,state,user,comm | awk '$3=="Z"'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385</a:t>
            </a: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Security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Scan for rogue processes and rootkits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chkrootkit | head 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386</a:t>
            </a: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Security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Baseline and check file integrity with AIDE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aide --check 2&gt;&amp;1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387</a:t>
            </a: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Security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Hunt world-writable, SUID and writable-sudoers misconfigs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find / -xdev \( -perm -4000 -o -perm -2000 \) -type f 2&gt;/dev/null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388</a:t>
            </a: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Security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an anti-malware scan with the EICAR test 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clamscan /tmp/scan/ 2&gt;&amp;1 | tail -10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389</a:t>
            </a: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Security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Triage 'cannot open file': perms, MAC policy, service health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getfacl /srv/share/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390</a:t>
            </a: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Security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Work the security decision tree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391</a:t>
            </a: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success by detecting the AIDE integrity drift and the EICAR test file with ClamAV.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392</a:t>
            </a: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4.1 Troubleshooting theory and methodology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4.2 Troubleshoot common hardware failures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4.3 Troubleshoot storage problems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4.4 Troubleshoot common OS and software problems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4.5 Troubleshoot network connectivity issues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4.6 Troubleshoot security problems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393</a:t>
            </a: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394</a:t>
            </a: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Hardware &amp; Storage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Racked and powered servers; built RAID 0/1/5/6/10 and LVM; deployed NFS/iSCSI; managed firmware and out-of-band.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Server Administration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Installed operating systems and file systems; configured IP/DNS/DHCP; ran web/file/DB/LDAP roles, HA, KVM and scripts.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Security &amp; DR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Encrypted data at rest and in transit; managed IAM and MFA; hardened and audited hosts; wiped media; built backups and DR.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Troubleshooting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Diagnosed hardware, storage, OS, software and network faults with the CompTIA 6-step methodology.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Exam readiness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Mapped every lab to an SK0-005 exam objective across all four domains.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395</a:t>
            </a: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Preparing for the SK0-005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Redo every lab from memory until the command workflow and flags are automatic.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Review the 'What you learned' bullets in each lab and the Learner Guide.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Practise the RAID capacity/fault-tolerance formulas, subnetting, and the 6-step troubleshooting model.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Take the free CompTIA practice assessment for Server+ SK0-005.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Book the exam via a Pearson VUE test centre or online proctoring.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396</a:t>
            </a: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TEST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Practice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Sharpen your exam readiness with the Tertiary Infotech CompTIA Server+ practice exam.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Practice exam: https://exams.tertiaryinfotech.com/practice-exams/comptia/comptia-server-plus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Attempt it under timed conditions and review every explanation.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Revisit any lab whose topic you miss, then re-take the practice exam.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397</a:t>
            </a: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(SAQ) — 1 hour.  Practical Performance (PP) — 1 hour.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Open book: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Remember to take the Assessment digital attendance (TRAQOM).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Submit your completed answers on the LMS at https://lms-tms.tertiaryinfotech.com/.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398</a:t>
            </a: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399</a:t>
            </a: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400</a:t>
            </a: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YOU'RE SERVER+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are now ready to install, administer, secure and troubleshoot servers — and to sit the CompTIA Server+ (SK0-005) exam.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Server Plus Training  ·  TGS-2024048318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